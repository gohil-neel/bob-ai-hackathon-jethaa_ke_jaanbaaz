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Roboto"/>
      <p:regular r:id="rId201314"/>
    </p:embeddedFont>
    <p:embeddedFont>
      <p:font typeface="Roboto Bold"/>
      <p:regular r:id="rId201315"/>
    </p:embeddedFont>
    <p:embeddedFont>
      <p:font typeface="Roboto Slab"/>
      <p:regular r:id="rId201316"/>
    </p:embeddedFont>
    <p:embeddedFont>
      <p:font typeface="Roboto Slab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-2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76222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SupplyShield AI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428478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Enterprise Supply‑Chain Operations Intelligence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007221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Team: Jetha Ke Jaanbaaz · Track: IBM Bob AI Hackathon — AI Track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Members: Neel Gohil · Jenish Jadav · Vaibhav Chavada · Jaimeen Gondaliya · CHARUSAT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4339729"/>
            <a:ext cx="6296860" cy="755948"/>
          </a:xfrm>
          <a:prstGeom prst="roundRect">
            <a:avLst>
              <a:gd name="adj" fmla="val 3751"/>
            </a:avLst>
          </a:prstGeom>
          <a:solidFill>
            <a:srgbClr val="0D3E7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82" y="4607421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75723" y="4575969"/>
            <a:ext cx="610319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Jetha Ke Jaanbaaz — footer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7453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Problem: Supply chains are flying blind during disruptions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63093"/>
            <a:ext cx="4637269" cy="26278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66251" y="2212280"/>
            <a:ext cx="5770220" cy="2929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 Operators manually cross‑reference carrier feeds, maps, and cargo sensitivity under stress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 Time to assess an incident: 30–60 minutes — costly delay for perishable goods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 Cold‑chain excursions often detected only at delivery; products compromised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 Idle vehicles remain unused because no link exists between disruptions and nearby assets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5524500"/>
            <a:ext cx="10868745" cy="755948"/>
          </a:xfrm>
          <a:prstGeom prst="roundRect">
            <a:avLst>
              <a:gd name="adj" fmla="val 3751"/>
            </a:avLst>
          </a:prstGeom>
          <a:solidFill>
            <a:srgbClr val="0D3E7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82" y="5792192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5723" y="5760740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Jetha Ke Jaanbaaz — footer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312168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Solution: One intelligent command center — detect, score, monitor, act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367584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SupplyShield AI unifies disruption detection, deterministic risk scoring, cold‑chain monitoring, idle‑fleet surfacing, and grounded AI recommendations powered by IBM watsonx.ai (Granite). All AI suggestions are evidence‑backed and require operator approval.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4789884"/>
            <a:ext cx="6296860" cy="755948"/>
          </a:xfrm>
          <a:prstGeom prst="roundRect">
            <a:avLst>
              <a:gd name="adj" fmla="val 3751"/>
            </a:avLst>
          </a:prstGeom>
          <a:solidFill>
            <a:srgbClr val="0D3E7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367" y="5057577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47608" y="5026124"/>
            <a:ext cx="610319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Jetha Ke Jaanbaaz — footer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Architecture overview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09538"/>
            <a:ext cx="10868745" cy="49741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22865" y="1509926"/>
            <a:ext cx="2404268" cy="30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&amp; AI Services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622865" y="1895954"/>
            <a:ext cx="2650038" cy="540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Postgres (Supabase) and Python boundary to IBM watsonx.ai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50578" y="3235031"/>
            <a:ext cx="2404269" cy="30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Backend API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18521" y="3621060"/>
            <a:ext cx="2436325" cy="36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ASP.NET Core verifies facts, no IBM SDK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22865" y="4169380"/>
            <a:ext cx="2404268" cy="30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Frontend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22865" y="4555408"/>
            <a:ext cx="2650038" cy="180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app sends user requests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1475" y="5936754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rule: ASP.NET Core never imports IBM SDK — AI only receives verified facts via the Python service boundary.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661475" y="6103243"/>
            <a:ext cx="10868745" cy="250329"/>
          </a:xfrm>
          <a:prstGeom prst="roundRect">
            <a:avLst>
              <a:gd name="adj" fmla="val 5663"/>
            </a:avLst>
          </a:prstGeom>
          <a:solidFill>
            <a:srgbClr val="0D3E7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929" y="6174085"/>
            <a:ext cx="118067" cy="94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8450" y="6174085"/>
            <a:ext cx="1107690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Jetha Ke Jaanbaaz — footer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4161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Disruption Intelligence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28354"/>
            <a:ext cx="4070744" cy="23067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99726" y="2427288"/>
            <a:ext cx="6336745" cy="2012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 active disruptions: weather, port congestion, road closures, carrier incidents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Auto‑link disruptions to affected routes and shipments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Deterministic risk score from severity, priority, expected delay, cold‑chain state, route risk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AI in risk scoring — rules-based for predictable, auditable outcomes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4960342"/>
            <a:ext cx="10868745" cy="755948"/>
          </a:xfrm>
          <a:prstGeom prst="roundRect">
            <a:avLst>
              <a:gd name="adj" fmla="val 3751"/>
            </a:avLst>
          </a:prstGeom>
          <a:solidFill>
            <a:srgbClr val="0D3E7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82" y="5228034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5723" y="5196582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Jetha Ke Jaanbaaz — footer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8107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Cold‑Chain Monitoring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67818"/>
            <a:ext cx="4637269" cy="26278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66251" y="2276078"/>
            <a:ext cx="5770220" cy="2315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Per‑shipment sensor tracking (sensor_code, min/max thresholds)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Deterministic excursion severity: MEDIUM / HIGH / CRITICAL; configurable per sensor policy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1‑click alert acknowledgement with full audit trail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Time‑series temperature retention for compliance and forensic analysis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5120878"/>
            <a:ext cx="10868745" cy="755948"/>
          </a:xfrm>
          <a:prstGeom prst="roundRect">
            <a:avLst>
              <a:gd name="adj" fmla="val 3751"/>
            </a:avLst>
          </a:prstGeom>
          <a:solidFill>
            <a:srgbClr val="0D3E7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82" y="5388570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5723" y="5357118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Jetha Ke Jaanbaaz — footer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4161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Fleet Redeployment Intelligence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28354"/>
            <a:ext cx="4070744" cy="23067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99726" y="2427288"/>
            <a:ext cx="6336745" cy="2012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Surface idle/available vehicles automatically when disruptions occur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Redeployment ranking by capacity, proximity, and vehicle‑cargo compatibility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Assignment history tracked for auditing; no automatic consequential assignment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Operator approval required for every redeployment action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4960342"/>
            <a:ext cx="10868745" cy="755948"/>
          </a:xfrm>
          <a:prstGeom prst="roundRect">
            <a:avLst>
              <a:gd name="adj" fmla="val 3751"/>
            </a:avLst>
          </a:prstGeom>
          <a:solidFill>
            <a:srgbClr val="0D3E7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82" y="5228034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5723" y="5196582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Jetha Ke Jaanbaaz — footer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87834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Grounded AI — IBM watsonx.ai (Granite) integration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799358"/>
            <a:ext cx="4070744" cy="17553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5458" y="4221850"/>
            <a:ext cx="923481" cy="115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Evidence &amp; Confirm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935458" y="3815509"/>
            <a:ext cx="923481" cy="115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Call Granite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935458" y="3413272"/>
            <a:ext cx="923481" cy="115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Backend Verification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935458" y="3006930"/>
            <a:ext cx="923481" cy="115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Operator Input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5199726" y="2722662"/>
            <a:ext cx="6336745" cy="2012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only receives backend‑verified facts (disruptions, scores, sensors)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produces evidence‑linked explanations; never invents IDs, ETAs, temps, or costs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Responses include supporting facts shown to operator alongside suggestion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IBM Bob served as primary development partner throughout the project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61475" y="5014119"/>
            <a:ext cx="10868745" cy="755948"/>
          </a:xfrm>
          <a:prstGeom prst="roundRect">
            <a:avLst>
              <a:gd name="adj" fmla="val 3751"/>
            </a:avLst>
          </a:prstGeom>
          <a:solidFill>
            <a:srgbClr val="0D3E7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82" y="5281811"/>
            <a:ext cx="236234" cy="1890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75723" y="5250359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Jetha Ke Jaanbaaz — footer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8107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What‑If Simulation Engine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68116"/>
            <a:ext cx="5770220" cy="262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 Run side‑by‑side comparisons: live route vs alternative (ETA, cost, risk delta)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 Simulations operate on verified backend snapshots; live operations are NOT mutated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 Supports carrier alternatives, reroutes, and multi‑leg segment comparisons with deterministic risk recalculation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 Results surfaced as a clear delta view for operator decisioning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9202" y="2067818"/>
            <a:ext cx="4637269" cy="262780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1475" y="5120878"/>
            <a:ext cx="10868745" cy="755948"/>
          </a:xfrm>
          <a:prstGeom prst="roundRect">
            <a:avLst>
              <a:gd name="adj" fmla="val 3751"/>
            </a:avLst>
          </a:prstGeom>
          <a:solidFill>
            <a:srgbClr val="0D3E7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82" y="5388570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5723" y="5357118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Jetha Ke Jaanbaaz — footer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447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 stack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01217"/>
            <a:ext cx="546384" cy="5463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44093" y="1801217"/>
            <a:ext cx="17011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Backend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444093" y="2285504"/>
            <a:ext cx="17011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ASP.NET Core 10 · C# · Entity Framework Core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489" y="1801217"/>
            <a:ext cx="546384" cy="5463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64107" y="1801217"/>
            <a:ext cx="17011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Generative AI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164107" y="2285504"/>
            <a:ext cx="17011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IBM watsonx.ai — Granite (via Python service)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570784"/>
            <a:ext cx="546384" cy="54639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44093" y="3570784"/>
            <a:ext cx="17011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Database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444093" y="4055070"/>
            <a:ext cx="17011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Supabase PostgreSQL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489" y="3570784"/>
            <a:ext cx="546384" cy="54639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164107" y="3570784"/>
            <a:ext cx="17011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Frontend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4164107" y="4055070"/>
            <a:ext cx="17011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18 · TypeScript · Vite · Recharts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6332776" y="2219424"/>
            <a:ext cx="5203794" cy="2324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 Python 3.11, FastAPI for AI service; scikit‑learn for auxiliary models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 Testing: xUnit (backend), tsc + Vite build (frontend)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 Realtime (Phase 1+): ASP.NET Core SignalR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 IBM Bob: development partner for architecture, code generation, and reviews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661475" y="5387578"/>
            <a:ext cx="10868745" cy="755948"/>
          </a:xfrm>
          <a:prstGeom prst="roundRect">
            <a:avLst>
              <a:gd name="adj" fmla="val 3751"/>
            </a:avLst>
          </a:prstGeom>
          <a:solidFill>
            <a:srgbClr val="0D3E73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482" y="5655270"/>
            <a:ext cx="236234" cy="18901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75723" y="5623818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Jetha Ke Jaanbaaz — footer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2026-09-15T14:34:17Z</dcterms:created>
  <dcterms:modified xsi:type="dcterms:W3CDTF">2026-09-15T14:34:17Z</dcterms:modified>
</cp:coreProperties>
</file>